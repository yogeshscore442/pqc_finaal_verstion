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960120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100" b="1">
                <a:solidFill>
                  <a:srgbClr val="2DD3BF"/>
                </a:solidFill>
                <a:latin typeface="Aptos Display"/>
              </a:rPr>
              <a:t>PQC SECURE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10058400" cy="5943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500" b="1">
                <a:solidFill>
                  <a:srgbClr val="EBF2F9"/>
                </a:solidFill>
                <a:latin typeface="Aptos Display"/>
              </a:rPr>
              <a:t>Post-Quantum Cryptography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42032"/>
            <a:ext cx="5303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900" b="1">
                <a:solidFill>
                  <a:srgbClr val="F7BE4C"/>
                </a:solidFill>
                <a:latin typeface="Aptos"/>
              </a:rPr>
              <a:t>Project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0"/>
            <a:ext cx="996696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A6BBCF"/>
                </a:solidFill>
                <a:latin typeface="Aptos"/>
              </a:rPr>
              <a:t>Secure Chat  |  Encrypted Mail  |  File Vault  |  Attack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041648"/>
            <a:ext cx="10652760" cy="9601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70248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Core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178808"/>
            <a:ext cx="845820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EBF2F9"/>
                </a:solidFill>
                <a:latin typeface="Aptos"/>
              </a:rPr>
              <a:t>Demonstrate how post-quantum key establishment and authenticated encryption protect practical application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25312"/>
            <a:ext cx="96012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Stack: Flask | Socket.IO | SQLAlchemy | cryptography | liboqs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PROBLEM AND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Normal Application vs Our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3246120"/>
          </a:xfrm>
          <a:prstGeom prst="rect">
            <a:avLst/>
          </a:prstGeom>
          <a:solidFill>
            <a:srgbClr val="F46A6A"/>
          </a:solidFill>
          <a:ln>
            <a:solidFill>
              <a:srgbClr val="F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45336"/>
            <a:ext cx="48920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46A6A"/>
                </a:solidFill>
                <a:latin typeface="Aptos"/>
              </a:rPr>
              <a:t>Normal secure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47672"/>
            <a:ext cx="4892040" cy="26060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Usually depends on RSA/ECC for key exchange and signatures.
Strong against classical attackers, but a future quantum computer threatens these asymmetric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324612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8920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Our PQC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47672"/>
            <a:ext cx="4892040" cy="26060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Adds NIST-standardized post-quantum algorithms.
Hybrid mode combines X25519 + ML-KEM, then AES-256-GCM encrypts application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828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Threat addressed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010912"/>
            <a:ext cx="886968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Harvest Now, Decrypt Later: capture encrypted traffic today and decrypt it when quantum capability improves.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Application Structure and Section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201168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23317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233172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index.html
app.js + quantum_flow.js
Chat, mail, files, labs, audit and key screens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73152" cy="201168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99616"/>
            <a:ext cx="23317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Flask app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01952"/>
            <a:ext cx="233172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create_app() initializes DB and Socket.IO, then registers blueprints for each section.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201168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99616"/>
            <a:ext cx="23317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Application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233172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/auth/*
/api/*
/api/mail/*
/api/files/*
/api/keys/*
/api/audit/*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73152" cy="2011680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1499616"/>
            <a:ext cx="21945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Core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1901952"/>
            <a:ext cx="219456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Crypto engine
SQLAlchemy models
SQLite persistence
Audit + security monitor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User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Route / event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0060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8348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Crypto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4088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2376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Database / room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8116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6404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96128"/>
            <a:ext cx="105156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A6BBCF"/>
                </a:solidFill>
                <a:latin typeface="Aptos"/>
              </a:rPr>
              <a:t>A section is created as a Flask blueprint or Socket.IO event group, then registered from app/__init__.py.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CRYPTOGRAPHIC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Main Algorithms and Their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25296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06040" y="1225296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15000" y="1225296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ML-KEM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35024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Post-quantum key establishment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316736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Lattice-based shared secret; Levels 512, 768, 1024.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28800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40" y="182880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0" y="1828800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X25519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938528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Classical key exchange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0240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Fast ECDH component in hybrid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432304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06040" y="2432304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15000" y="2432304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542032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ML-DSA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542032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Digital signatures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523744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Authenticates handshake data and message ciphertext.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35808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06040" y="3035808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15000" y="3035808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45536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SLH-DSA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145536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Hash-based signature 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127248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Alternative stateless hash-based PQC signature.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639312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06040" y="3639312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15000" y="3639312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749040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AES-256-GCM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749040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Actual message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730752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Encrypts chat, mail and files; tag detects tampering.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242816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06040" y="4242816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15000" y="4242816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52544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HKDF-SHA-384*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352544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Final session-key derivation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334256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Combines secrets and derives a 32-byte context-separated key.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846320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606040" y="484632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715000" y="4846320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956048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Ascon-128a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956048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Lightweight environments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4937759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Authenticated encryption for constrained/IoT use.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449824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06040" y="5449824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15000" y="5449824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559552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RSA-2048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559552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Classical baseline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5541264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Comparison mode and attack demonstrations.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200" b="1">
                <a:solidFill>
                  <a:srgbClr val="F7BE4C"/>
                </a:solidFill>
                <a:latin typeface="Aptos"/>
              </a:rPr>
              <a:t>*Source-code correction: this project currently implements HKDF-SHA-384, not HKDF-SHA-256.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CORE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How Session Creation and Handshake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Alice initiates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3783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3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Bob accepts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8615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84647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7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Ephemeral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79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25511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1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Sign + 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10343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66376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57815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Shared session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88920"/>
            <a:ext cx="10515600" cy="2057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- User selects Classical, Modern Classical, PQC or Hybrid mode and a NIST level.
- Hybrid: X25519 shared secret + ML-KEM shared secret.
- Responder signs exchange material using ML-DSA; initiator verifies it.
- HKDF-SHA-384 derives one 32-byte AES session key from the combined secret.
- The session key stays in memory; a SHA-256 hash identifies the session in the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285232"/>
            <a:ext cx="10332720" cy="59436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49824"/>
            <a:ext cx="987552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800" b="1">
                <a:solidFill>
                  <a:srgbClr val="2DD3BF"/>
                </a:solidFill>
                <a:latin typeface="Consolas"/>
              </a:rPr>
              <a:t>K_session = HKDF-SHA-384(X25519_secret || ML-KEM_secret)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RUNTIME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How Chat Messages Are 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Plaintext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3783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3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AES-256-GCM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8615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84647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7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Ciphertext + IV + tag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79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25511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1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ML-DSA signature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10343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66376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57815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Verify + deliver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788920"/>
            <a:ext cx="73152" cy="1874519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916936"/>
            <a:ext cx="31089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Sender 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19272"/>
            <a:ext cx="3108960" cy="12344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Encrypt with active 32-byte session key. Sign ciphertext and send sequence number, IV, tag and mode.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27889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2788920"/>
            <a:ext cx="73152" cy="1874519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916936"/>
            <a:ext cx="31089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Receiver 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319272"/>
            <a:ext cx="3108960" cy="12344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Verify signature, check replay sequence, validate GCM tag/AAD, then deliver plaintext.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27889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9016" y="2788920"/>
            <a:ext cx="73152" cy="1874519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2916936"/>
            <a:ext cx="31089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Security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319272"/>
            <a:ext cx="3108960" cy="12344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Wrong key or modified bytes fail authentication. Duplicate sequence numbers are rejected and logged.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105156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A6BBCF"/>
                </a:solidFill>
                <a:latin typeface="Aptos"/>
              </a:rPr>
              <a:t>Stored Message fields: encrypted_payload, iv, auth_tag, signature, mode and sequence_number.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Mail, File Vault and Attack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55448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32461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Encrypted 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3246120" cy="914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AES-GCM body encryption, ML-DSA/RSA signature, metadata-bound HKDF key, inbox/sent/read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55448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53895"/>
            <a:ext cx="32461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File 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56231"/>
            <a:ext cx="3246120" cy="914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Fresh AES-256-GCM key per file, wrapped key, encrypted .enc storage and SHA3-256 / SHA3-512 / SHAKE-256 digest.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554480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53895"/>
            <a:ext cx="32461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Key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1"/>
            <a:ext cx="3246120" cy="914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Public-key directory, session status and key rotation; rotation marks recorded sessions revoked.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F7BE4C"/>
                </a:solidFill>
                <a:latin typeface="Aptos"/>
              </a:rPr>
              <a:t>Attack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10241280" cy="1508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- Wrong-key AES-GCM -&gt; InvalidTag
- Ciphertext bit flip -&gt; authentication failure
- Modified ML-DSA payload -&gt; verification failure
- Duplicate sequence -&gt; replay blocked
- Altered handshake key -&gt; MITM substitution rejected
- Unencrypted baseline -&gt; plaintext exposure demonstrated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EVIDENCE AND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Testing, Review Demo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69164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53895"/>
            <a:ext cx="32461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Test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3246120" cy="10515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Unit tests cover AES-GCM, ChaCha20, Ascon, hashes, HKDF, RSA, X25519, ML-KEM, ML-DSA, SLH-DSA and hybrid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69164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53895"/>
            <a:ext cx="32461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Live demo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56231"/>
            <a:ext cx="3246120" cy="10515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Register Alice/Bob -&gt; login -&gt; Hybrid Level 3 handshake -&gt; send message -&gt; tamper/replay attack -&gt; audit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691640"/>
          </a:xfrm>
          <a:prstGeom prst="rect">
            <a:avLst/>
          </a:prstGeom>
          <a:solidFill>
            <a:srgbClr val="F46A6A"/>
          </a:solidFill>
          <a:ln>
            <a:solidFill>
              <a:srgbClr val="F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53895"/>
            <a:ext cx="32461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46A6A"/>
                </a:solidFill>
                <a:latin typeface="Aptos"/>
              </a:rPr>
              <a:t>Honest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1"/>
            <a:ext cx="3246120" cy="10515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Mail/file decryption is server-side and private keys are database fields. Production hardening is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Final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10241280" cy="1417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- ML-KEM establishes post-quantum shared secrets.
- X25519 provides the classical hybrid component.
- ML-DSA authenticates identities and exchange data.
- AES-256-GCM protects actual application data.
- Tests and Attack Lab make security behavior visible and verifiable.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532120"/>
            <a:ext cx="10332720" cy="50292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669280"/>
            <a:ext cx="996696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600" b="1">
                <a:solidFill>
                  <a:srgbClr val="EBF2F9"/>
                </a:solidFill>
                <a:latin typeface="Aptos"/>
              </a:rPr>
              <a:t>“The project connects cryptographic theory with visible, testable application behavior.”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