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6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960120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3100" b="1">
                <a:solidFill>
                  <a:srgbClr val="2DD3BF"/>
                </a:solidFill>
                <a:latin typeface="Aptos Display"/>
              </a:rPr>
              <a:t>PQC SECURE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19072"/>
            <a:ext cx="10058400" cy="5943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3500" b="1">
                <a:solidFill>
                  <a:srgbClr val="EBF2F9"/>
                </a:solidFill>
                <a:latin typeface="Aptos Display"/>
              </a:rPr>
              <a:t>Post-Quantum Cryptography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42032"/>
            <a:ext cx="5303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900" b="1">
                <a:solidFill>
                  <a:srgbClr val="F7BE4C"/>
                </a:solidFill>
                <a:latin typeface="Aptos"/>
              </a:rPr>
              <a:t>Project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0"/>
            <a:ext cx="996696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A6BBCF"/>
                </a:solidFill>
                <a:latin typeface="Aptos"/>
              </a:rPr>
              <a:t>Secure Chat  |  Encrypted Mail  |  File Vault  |  Attack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041648"/>
            <a:ext cx="10652760" cy="96012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270248"/>
            <a:ext cx="1645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Core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4178808"/>
            <a:ext cx="8458200" cy="4572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0">
                <a:solidFill>
                  <a:srgbClr val="EBF2F9"/>
                </a:solidFill>
                <a:latin typeface="Aptos"/>
              </a:rPr>
              <a:t>Demonstrate how post-quantum key establishment and authenticated encryption protect practical application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25312"/>
            <a:ext cx="96012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A6BBCF"/>
                </a:solidFill>
                <a:latin typeface="Aptos"/>
              </a:rPr>
              <a:t>Stack: Flask | Socket.IO | SQLAlchemy | cryptography | liboqs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PROBLEM AND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Normal Application vs Our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166360" cy="324612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3246120"/>
          </a:xfrm>
          <a:prstGeom prst="rect">
            <a:avLst/>
          </a:prstGeom>
          <a:solidFill>
            <a:srgbClr val="F46A6A"/>
          </a:solidFill>
          <a:ln>
            <a:solidFill>
              <a:srgbClr val="F4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45336"/>
            <a:ext cx="489204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46A6A"/>
                </a:solidFill>
                <a:latin typeface="Aptos"/>
              </a:rPr>
              <a:t>Normal secure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47672"/>
            <a:ext cx="4892040" cy="26060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Usually depends on RSA/ECC for key exchange and signatures.
Strong against classical attackers, but a future quantum computer threatens these asymmetric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166360" cy="324612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73152" cy="324612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45336"/>
            <a:ext cx="489204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Our PQC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47672"/>
            <a:ext cx="4892040" cy="26060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Adds NIST-standardized post-quantum algorithms.
Hybrid mode combines X25519 + ML-KEM, then AES-256-GCM encrypts application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18288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Threat addressed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010912"/>
            <a:ext cx="8869680" cy="4114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Harvest Now, Decrypt Later: capture encrypted traffic today and decrypt it when quantum capability improves.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Application Structure and Section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2011680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99616"/>
            <a:ext cx="23317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2331720" cy="1371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index.html
app.js + quantum_flow.js
Chat, mail, files, labs, audit and key screens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73152" cy="201168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1499616"/>
            <a:ext cx="23317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Flask app factory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901952"/>
            <a:ext cx="2331720" cy="1371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create_app() initializes DB and Socket.IO, then registers blueprints for each section.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73152" cy="2011680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499616"/>
            <a:ext cx="233172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Application 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01952"/>
            <a:ext cx="2331720" cy="1371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/auth/*
/api/*
/api/mail/*
/api/files/*
/api/keys/*
/api/audit/*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371600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73152" cy="2011680"/>
          </a:xfrm>
          <a:prstGeom prst="rect">
            <a:avLst/>
          </a:prstGeom>
          <a:solidFill>
            <a:srgbClr val="68DC91"/>
          </a:solidFill>
          <a:ln>
            <a:solidFill>
              <a:srgbClr val="68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81159" y="1499616"/>
            <a:ext cx="219456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68DC91"/>
                </a:solidFill>
                <a:latin typeface="Aptos"/>
              </a:rPr>
              <a:t>Core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1901952"/>
            <a:ext cx="2194560" cy="1371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Crypto engine
SQLAlchemy models
SQLite persistence
Audit + security monitor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279392"/>
            <a:ext cx="1874519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User 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60320" y="4581144"/>
            <a:ext cx="18288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743200" y="41605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34640" y="4279392"/>
            <a:ext cx="1874519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Route / event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800600" y="4581144"/>
            <a:ext cx="18288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983480" y="41605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74920" y="4279392"/>
            <a:ext cx="1874519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Crypto service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40880" y="4581144"/>
            <a:ext cx="18288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223760" y="41605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0" y="4279392"/>
            <a:ext cx="1874519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Database / room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81160" y="4581144"/>
            <a:ext cx="18288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64040" y="4160520"/>
            <a:ext cx="20574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55480" y="4279392"/>
            <a:ext cx="1874519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96128"/>
            <a:ext cx="105156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400" b="0">
                <a:solidFill>
                  <a:srgbClr val="A6BBCF"/>
                </a:solidFill>
                <a:latin typeface="Aptos"/>
              </a:rPr>
              <a:t>A section is created as a Flask blueprint or Socket.IO event group, then registered from app/__init__.py.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CRYPTOGRAPHIC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Main Algorithms and Their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25296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06040" y="1225296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715000" y="1225296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ML-KEM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335024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Post-quantum key establishment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316736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Lattice-based shared secret; Levels 512, 768, 1024.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828800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06040" y="182880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15000" y="1828800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X25519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938528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Classical key exchange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920240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Fast ECDH component in hybrid mode.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432304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06040" y="2432304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715000" y="2432304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2542032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ML-DSA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542032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Digital signatures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523744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Authenticates handshake data and message ciphertext.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035808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606040" y="3035808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715000" y="3035808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145536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SLH-DSA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145536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Hash-based signature option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127248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Alternative stateless hash-based PQC signature.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639312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606040" y="3639312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715000" y="3639312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749040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AES-256-GCM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749040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Actual message encryption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730752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Encrypts chat, mail and files; tag detects tampering.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242816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606040" y="4242816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715000" y="4242816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52544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HKDF-SHA-384*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352544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Final session-key derivation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4334256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Combines secrets and derives a 32-byte context-separated key.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846320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606040" y="4846320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715000" y="4846320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4956048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Ascon-128a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4956048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Lightweight environments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4937759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Authenticated encryption for constrained/IoT use.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449824"/>
            <a:ext cx="1874519" cy="4572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606040" y="5449824"/>
            <a:ext cx="292608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715000" y="5449824"/>
            <a:ext cx="5852160" cy="4572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1520" y="5559552"/>
            <a:ext cx="160020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RSA-2048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5559552"/>
            <a:ext cx="265176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1">
                <a:solidFill>
                  <a:srgbClr val="EBF2F9"/>
                </a:solidFill>
                <a:latin typeface="Aptos"/>
              </a:rPr>
              <a:t>Classical baseline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5541264"/>
            <a:ext cx="544068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Comparison mode and attack demonstrations.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172200"/>
            <a:ext cx="10789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200" b="1">
                <a:solidFill>
                  <a:srgbClr val="F7BE4C"/>
                </a:solidFill>
                <a:latin typeface="Aptos"/>
              </a:rPr>
              <a:t>*Source-code correction: this project currently implements HKDF-SHA-384, not HKDF-SHA-256.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CORE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How Session Creation and Handshake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Alice initiates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43783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35223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Bob accepts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8615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84647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7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Ephemeral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69479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25511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6951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Sign + verify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10343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66376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57815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Shared session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788920"/>
            <a:ext cx="10515600" cy="20574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- User selects Classical, Modern Classical, PQC or Hybrid mode and a NIST level.
- Hybrid: X25519 shared secret + ML-KEM shared secret.
- Responder signs exchange material using ML-DSA; initiator verifies it.
- HKDF-SHA-384 derives one 32-byte AES session key from the combined secret.
- The session key stays in memory; a SHA-256 hash identifies the session in the database.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285232"/>
            <a:ext cx="10332720" cy="59436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449824"/>
            <a:ext cx="987552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800" b="1">
                <a:solidFill>
                  <a:srgbClr val="2DD3BF"/>
                </a:solidFill>
                <a:latin typeface="Consolas"/>
              </a:rPr>
              <a:t>K_session = HKDF-SHA-384(X25519_secret || ML-KEM_secret)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RUNTIME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How Chat Messages Are Protected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Plaintext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87752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43783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35223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AES-256-GCM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8615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84647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7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Ciphertext + IV + tag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69479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25511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6951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ML-DSA signature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10343" y="1773936"/>
            <a:ext cx="25603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66376" y="1353312"/>
            <a:ext cx="2084831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57815" y="1472184"/>
            <a:ext cx="1901951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Verify + deliver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88920"/>
            <a:ext cx="3383280" cy="1874519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788920"/>
            <a:ext cx="73152" cy="1874519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2916936"/>
            <a:ext cx="310896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Sender 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319272"/>
            <a:ext cx="3108960" cy="12344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Encrypt with active 32-byte session key. Sign ciphertext and send sequence number, IV, tag and mode.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2788920"/>
            <a:ext cx="3383280" cy="1874519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07408" y="2788920"/>
            <a:ext cx="73152" cy="1874519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90288" y="2916936"/>
            <a:ext cx="310896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Receiver 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319272"/>
            <a:ext cx="3108960" cy="12344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Verify signature, check replay sequence, validate GCM tag/AAD, then deliver plaintext.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6" y="2788920"/>
            <a:ext cx="3383280" cy="1874519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29016" y="2788920"/>
            <a:ext cx="73152" cy="1874519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11896" y="2916936"/>
            <a:ext cx="310896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Security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3319272"/>
            <a:ext cx="3108960" cy="1234439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Wrong key or modified bytes fail authentication. Duplicate sequence numbers are rejected and logged.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32120"/>
            <a:ext cx="105156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400" b="0">
                <a:solidFill>
                  <a:srgbClr val="A6BBCF"/>
                </a:solidFill>
                <a:latin typeface="Aptos"/>
              </a:rPr>
              <a:t>Stored Message fields: encrypted_payload, iv, auth_tag, signature, mode and sequence_number.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SECURITY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Security Controls: Threat to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61872"/>
            <a:ext cx="106070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Every important security property is handled by a specific control in the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11095"/>
            <a:ext cx="13258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F7BE4C"/>
                </a:solidFill>
                <a:latin typeface="Aptos"/>
              </a:rPr>
              <a:t>Confidentiality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911095"/>
            <a:ext cx="1645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2DD3BF"/>
                </a:solidFill>
                <a:latin typeface="Aptos"/>
              </a:rPr>
              <a:t>AES-256-GCM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31136"/>
            <a:ext cx="461772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Plaintext is converted to ciphertext; wrong keys cannot decrypt.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11095"/>
            <a:ext cx="13258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F7BE4C"/>
                </a:solidFill>
                <a:latin typeface="Aptos"/>
              </a:rPr>
              <a:t>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911095"/>
            <a:ext cx="1645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2DD3BF"/>
                </a:solidFill>
                <a:latin typeface="Aptos"/>
              </a:rPr>
              <a:t>GCM tag + SHA3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31136"/>
            <a:ext cx="461772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Bit changes and corrupted files are detected.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926080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054096"/>
            <a:ext cx="13258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F7BE4C"/>
                </a:solidFill>
                <a:latin typeface="Aptos"/>
              </a:rP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054096"/>
            <a:ext cx="1645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2DD3BF"/>
                </a:solidFill>
                <a:latin typeface="Aptos"/>
              </a:rPr>
              <a:t>ML-DSA / RSA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374136"/>
            <a:ext cx="461772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Only a valid identity signature is accepted.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26080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054096"/>
            <a:ext cx="13258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F7BE4C"/>
                </a:solidFill>
                <a:latin typeface="Aptos"/>
              </a:rPr>
              <a:t>Key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054096"/>
            <a:ext cx="1645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2DD3BF"/>
                </a:solidFill>
                <a:latin typeface="Aptos"/>
              </a:rPr>
              <a:t>ML-KEM + X25519 + HKDF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74136"/>
            <a:ext cx="461772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Independent secrets become one session key.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69080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4197096"/>
            <a:ext cx="13258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F7BE4C"/>
                </a:solidFill>
                <a:latin typeface="Aptos"/>
              </a:rPr>
              <a:t>Freshness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197096"/>
            <a:ext cx="1645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2DD3BF"/>
                </a:solidFill>
                <a:latin typeface="Aptos"/>
              </a:rPr>
              <a:t>Sequence numbers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517136"/>
            <a:ext cx="461772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Previously accepted message sequences are rejected.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069080"/>
            <a:ext cx="5074920" cy="841248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4197096"/>
            <a:ext cx="13258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F7BE4C"/>
                </a:solidFill>
                <a:latin typeface="Aptos"/>
              </a:rPr>
              <a:t>Accountability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197096"/>
            <a:ext cx="164592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2DD3BF"/>
                </a:solidFill>
                <a:latin typeface="Aptos"/>
              </a:rPr>
              <a:t>AuditLog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517136"/>
            <a:ext cx="4617720" cy="21945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200" b="0">
                <a:solidFill>
                  <a:srgbClr val="A6BBCF"/>
                </a:solidFill>
                <a:latin typeface="Aptos"/>
              </a:rPr>
              <a:t>Security actions record algorithm, result, risk and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9496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541264"/>
            <a:ext cx="10241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Result: an attacker must bypass key exchange, identity verification, authenticated encryption and replay checks together.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01752"/>
            <a:ext cx="50292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END-TO-END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03504"/>
            <a:ext cx="1088136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Complete Working Flow and Review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4114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18288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399031"/>
            <a:ext cx="1645920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Register + keys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1700784"/>
            <a:ext cx="16459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13432" y="1280160"/>
            <a:ext cx="18288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04872" y="1399031"/>
            <a:ext cx="1645920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Login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42232" y="1700784"/>
            <a:ext cx="16459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06824" y="1280160"/>
            <a:ext cx="18288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98264" y="1399031"/>
            <a:ext cx="1645920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Handshake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35624" y="1700784"/>
            <a:ext cx="16459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0216" y="1280160"/>
            <a:ext cx="18288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656" y="1399031"/>
            <a:ext cx="1645920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Encrypt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29016" y="1700784"/>
            <a:ext cx="16459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93608" y="1280160"/>
            <a:ext cx="18288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8" y="1399031"/>
            <a:ext cx="1645920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Verify + store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22408" y="1700784"/>
            <a:ext cx="164592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287000" y="1280160"/>
            <a:ext cx="1828800" cy="841248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378440" y="1399031"/>
            <a:ext cx="1645920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300" b="1">
                <a:solidFill>
                  <a:srgbClr val="EBF2F9"/>
                </a:solidFill>
                <a:latin typeface="Aptos"/>
              </a:rPr>
              <a:t>Audit / 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606040"/>
            <a:ext cx="40233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2DD3BF"/>
                </a:solidFill>
                <a:latin typeface="Aptos"/>
              </a:rPr>
              <a:t>What happens in one secure chat session?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999232"/>
            <a:ext cx="10241280" cy="20574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- 1. Registration creates a bcrypt credential hash and the user key suite.
- 2. Alice and Bob negotiate a mode; Hybrid combines X25519 and ML-KEM secrets.
- 3. ML-DSA authenticates the exchange; HKDF derives the 32-byte session key.
- 4. AES-256-GCM encrypts each message and binds metadata through AAD.
- 5. Receiver verifies signature, replay sequence and GCM tag before delivery.
- 6. Ciphertext and security events remain available for history and audit.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10698480" cy="50292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669280"/>
            <a:ext cx="102412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500" b="1">
                <a:solidFill>
                  <a:srgbClr val="EBF2F9"/>
                </a:solidFill>
                <a:latin typeface="Aptos"/>
              </a:rPr>
              <a:t>Review conclusion: PQC protects the key-establishment stage; AEAD protects the actual application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854</Words>
  <Application>Microsoft Office PowerPoint</Application>
  <PresentationFormat>Widescreen</PresentationFormat>
  <Paragraphs>121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Yogesh M S</cp:lastModifiedBy>
  <cp:revision>1</cp:revision>
  <dcterms:created xsi:type="dcterms:W3CDTF">2013-01-27T09:14:16Z</dcterms:created>
  <dcterms:modified xsi:type="dcterms:W3CDTF">2026-09-03T07:11:43Z</dcterms:modified>
  <cp:category/>
</cp:coreProperties>
</file>